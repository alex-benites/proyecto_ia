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4321EEB-B64A-4219-CE93-B167144358FE}"/>
              </a:ext>
            </a:extLst>
          </p:cNvPr>
          <p:cNvSpPr/>
          <p:nvPr/>
        </p:nvSpPr>
        <p:spPr>
          <a:xfrm>
            <a:off x="1651000" y="2514600"/>
            <a:ext cx="12954000" cy="762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8B906D-9181-9937-7251-437256608D9B}"/>
              </a:ext>
            </a:extLst>
          </p:cNvPr>
          <p:cNvSpPr/>
          <p:nvPr/>
        </p:nvSpPr>
        <p:spPr>
          <a:xfrm>
            <a:off x="1651000" y="4191000"/>
            <a:ext cx="12954000" cy="762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Eddie Bryan Tomala Figueroa</cp:lastModifiedBy>
  <cp:revision>2</cp:revision>
  <dcterms:created xsi:type="dcterms:W3CDTF">2006-08-16T00:00:00Z</dcterms:created>
  <dcterms:modified xsi:type="dcterms:W3CDTF">2026-08-17T02:25:40Z</dcterms:modified>
</cp:coreProperties>
</file>